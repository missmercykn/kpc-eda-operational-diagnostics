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Operational Diagnostics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Oil &amp; Gas Throughput Investigation | CIA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Objective: Identify the operational drivers behind production losses.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Dataset: 2,920 operational observations across four depots.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Approach: EDA → Drill-down → Pareto → Root Cause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What scope, timeline, and assets were evaluated?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Reviewed depot, machine, shift, maintenance, incident, temperature and voltage factors.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Focused on throughput as the primary production KPI.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Analysis covered a full 12-month operating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What structural breakdown was discovered?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Nairobi depot showed significant throughput underperformance.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NBI-P03 was responsible for approximately 93% of low-throughput events.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The issue was concentrated around one asset rather than the whole network.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ROOT CAUSE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What explains the performance degradation?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NBI-P03 moved from normal January performance to a degraded state from February onward.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Missed maintenance represented approximately 88% of low-throughput cases.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Maintenance-affected periods reduced median throughput from ~1,057 to ~626 barrels.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What should operations deploy?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Prioritise NBI-P03 technical recovery.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Strengthen preventive maintenance controls.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Create throughput monitoring alerts for early detection.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05050"/>
                </a:solidFill>
              </a:defRPr>
            </a:pPr>
            <a:r>
              <a:t>The highest-impact intervention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132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The production issue is concentrated, measurable and actionable.</a:t>
            </a:r>
          </a:p>
          <a:p>
            <a:pPr>
              <a:spcAft>
                <a:spcPts val="1400"/>
              </a:spcAft>
              <a:defRPr sz="2000">
                <a:solidFill>
                  <a:srgbClr val="2D2D2D"/>
                </a:solidFill>
              </a:defRPr>
            </a:pPr>
            <a:r>
              <a:t>Restoring NBI-P03 reliability provides the largest opportunity for throughput recovery.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